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06"/>
    <p:restoredTop sz="97861"/>
  </p:normalViewPr>
  <p:slideViewPr>
    <p:cSldViewPr snapToGrid="0">
      <p:cViewPr>
        <p:scale>
          <a:sx n="108" d="100"/>
          <a:sy n="108" d="100"/>
        </p:scale>
        <p:origin x="1568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15A4-BBD6-8317-C366-7FBC68F62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1AE447-8BD7-C80A-9DB0-66E84307E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1348A-3DB5-60CC-DA63-A338F488E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E430-07DB-9A4C-B3BE-FE9E6407C40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93048-8E21-0667-372C-48FF8EAD0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08EE8-A3FE-3177-AF01-3A45DD859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41D2-7C06-B141-B54E-F54F3B709BC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024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7AF8F-FB1A-5F25-BC81-10B00FDBF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EB003-3CED-9179-1FB6-81294D61C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04755-2E0D-C3F0-C2B5-7E84ACF87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E430-07DB-9A4C-B3BE-FE9E6407C40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79A91-78A6-C6BE-9921-130A8384B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9957C-50CE-47A7-FAFE-4D12E64D4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41D2-7C06-B141-B54E-F54F3B709BC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3974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5771A-2E61-0E9F-7990-F71A7FF3D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8B2B3-DFD6-3C3E-173D-26929AB94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E25CA-B068-3158-D9B8-669297997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E430-07DB-9A4C-B3BE-FE9E6407C40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C2CF0-3C4E-C73C-70D7-BD095639F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F0C67-1E9F-B8FC-4E8C-D22BD4A16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41D2-7C06-B141-B54E-F54F3B709BC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3999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DC054-3D3B-4E05-D40B-8FD53D51E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71620-DA68-57F5-E85B-7D778F0FC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D6BA41-57AB-2026-C1E6-CBCF88D6E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B93A5-BD02-A92F-62F4-4E662FE34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E430-07DB-9A4C-B3BE-FE9E6407C40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F3C9E-75E6-BB49-1172-877237B53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DF70A-46D8-9D28-48D1-88A382E26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41D2-7C06-B141-B54E-F54F3B709BC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50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366A-B72B-2A34-E4E1-53CC1B929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7AA5D-F1CF-B503-5D32-F14D69826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3803B1-A367-3A03-05EC-E1C9C998D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1749C-972C-8952-3B5D-79C3C31D42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2899F-2CA0-22AF-79CC-7A9C1F357C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11DF6F-503F-6A80-DEAA-FAEC1D963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E430-07DB-9A4C-B3BE-FE9E6407C40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3C98D1-FAB9-DAD7-E5E0-072137980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78492-8241-3949-445E-381233BFD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41D2-7C06-B141-B54E-F54F3B709BC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5819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6B9DF-DA17-CB1B-C079-98BAB422D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27C5B1-253B-9319-476B-68571410B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E430-07DB-9A4C-B3BE-FE9E6407C40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10963-C56E-3C4C-64E3-50EC9EFD9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C7F6D-BAFC-D784-51B7-37926A64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41D2-7C06-B141-B54E-F54F3B709BC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8448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8D7994-493D-EDD2-63D9-978B8ADB9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E430-07DB-9A4C-B3BE-FE9E6407C40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2940E-E19F-335C-1ED0-4BF5B2A2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70A00-B09F-B3BF-BF46-BE8057909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41D2-7C06-B141-B54E-F54F3B709BC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16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2D2CE-0508-3D6E-7FD9-448055CDF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50344-B359-FFD5-A9AE-02D53ACA9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42869-D760-7070-A4D6-E8CB1BFFD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DB4B70-41B2-8761-14DD-31AED05E5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E430-07DB-9A4C-B3BE-FE9E6407C40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41615-D460-70DC-DFAC-1FB151F51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D3ABC-3078-13F9-522F-4D383CEEB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41D2-7C06-B141-B54E-F54F3B709BC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3041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98019-ABCA-81DF-B6A5-AE9C336FB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2D49E5-5979-BD4D-1804-7B68E858A6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940BE-462D-3805-CA8C-BE17475E2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B13E6-6577-B19A-72D5-28683F689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E430-07DB-9A4C-B3BE-FE9E6407C40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EA78A-FFFA-AE00-9721-A485A67BC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EB399-A60A-6786-F444-1AA096B7F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41D2-7C06-B141-B54E-F54F3B709BC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5729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EC57E-8D38-0428-F50D-052FF8DF9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30EE35-11A7-57E2-7382-4FD9FA2A5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1D1EB-915D-FB73-A42B-85E59488D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E430-07DB-9A4C-B3BE-FE9E6407C40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C2C04-577C-9017-C64B-983C791EB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637CA-20B3-33F6-303A-109905873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41D2-7C06-B141-B54E-F54F3B709BC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1591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097181-3E85-FDE3-48EF-82FC0CB552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D451F-E138-742D-D628-E8C4B77B6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9CA5D-3D7C-13A3-D0CF-21E1C223E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E430-07DB-9A4C-B3BE-FE9E6407C40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CC4E6-84B8-EBF1-DC14-DFE411C63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7E140-942D-2CCC-12EE-0BEB4701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41D2-7C06-B141-B54E-F54F3B709BC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3435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07489-E704-CAC5-54F9-CF71127FA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E1DFB-15B3-04DF-CEA4-4D80097FC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4BF70-5DFA-B329-A3B4-97B6A85F61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6E430-07DB-9A4C-B3BE-FE9E6407C404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F6102-FA66-744D-7131-9D0279BFA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2E173-F041-07AC-518D-EFF58BF6E1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9D41D2-7C06-B141-B54E-F54F3B709BC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730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6C68AC-60E3-B406-D915-77E9A6278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000"/>
            <a:ext cx="12210146" cy="63594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995433-1DAF-AD6E-FAEC-3B07E8D899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631" t="8635" r="11971" b="79241"/>
          <a:stretch>
            <a:fillRect/>
          </a:stretch>
        </p:blipFill>
        <p:spPr>
          <a:xfrm>
            <a:off x="10433977" y="604749"/>
            <a:ext cx="1758023" cy="7710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6C1387-1AEC-A179-595D-C1A52238B1EB}"/>
              </a:ext>
            </a:extLst>
          </p:cNvPr>
          <p:cNvSpPr txBox="1"/>
          <p:nvPr/>
        </p:nvSpPr>
        <p:spPr>
          <a:xfrm>
            <a:off x="8961340" y="1546869"/>
            <a:ext cx="19728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FF0000"/>
                </a:solidFill>
                <a:latin typeface="Cambria" panose="02040503050406030204" pitchFamily="18" charset="0"/>
              </a:rPr>
              <a:t>Published at NeurIPS 2025.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8069A8-DDCA-A724-3DA5-C1F6341479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631" t="8635" r="11971" b="79241"/>
          <a:stretch>
            <a:fillRect/>
          </a:stretch>
        </p:blipFill>
        <p:spPr>
          <a:xfrm>
            <a:off x="325267" y="539738"/>
            <a:ext cx="1758023" cy="1065257"/>
          </a:xfrm>
          <a:prstGeom prst="rect">
            <a:avLst/>
          </a:prstGeom>
        </p:spPr>
      </p:pic>
      <p:pic>
        <p:nvPicPr>
          <p:cNvPr id="7" name="Picture 6" descr="A dragon with lines and dots&#10;&#10;AI-generated content may be incorrect.">
            <a:extLst>
              <a:ext uri="{FF2B5EF4-FFF2-40B4-BE49-F238E27FC236}">
                <a16:creationId xmlns:a16="http://schemas.microsoft.com/office/drawing/2014/main" id="{AC35F202-A226-1BA0-4660-A51561154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076" y="720984"/>
            <a:ext cx="1474470" cy="822960"/>
          </a:xfrm>
          <a:prstGeom prst="rect">
            <a:avLst/>
          </a:prstGeom>
        </p:spPr>
      </p:pic>
      <p:pic>
        <p:nvPicPr>
          <p:cNvPr id="3" name="Picture 2" descr="A purple circle with a star and a star on it&#10;&#10;AI-generated content may be incorrect.">
            <a:extLst>
              <a:ext uri="{FF2B5EF4-FFF2-40B4-BE49-F238E27FC236}">
                <a16:creationId xmlns:a16="http://schemas.microsoft.com/office/drawing/2014/main" id="{B2440DD7-9C5F-2AA8-D3CA-696752281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8" y="720984"/>
            <a:ext cx="1505766" cy="822960"/>
          </a:xfrm>
          <a:prstGeom prst="rect">
            <a:avLst/>
          </a:prstGeom>
        </p:spPr>
      </p:pic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B85F7B25-F0B7-0DEA-4B52-4E465A6DC5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2626" y="983016"/>
            <a:ext cx="822960" cy="164190"/>
          </a:xfrm>
          <a:prstGeom prst="rect">
            <a:avLst/>
          </a:prstGeom>
        </p:spPr>
      </p:pic>
      <p:pic>
        <p:nvPicPr>
          <p:cNvPr id="14" name="Picture 13" descr="Purple text and symbols on a white background&#10;&#10;AI-generated content may be incorrect.">
            <a:extLst>
              <a:ext uri="{FF2B5EF4-FFF2-40B4-BE49-F238E27FC236}">
                <a16:creationId xmlns:a16="http://schemas.microsoft.com/office/drawing/2014/main" id="{B1B373FD-7D13-F634-82D4-31B37A08AF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2626" y="621693"/>
            <a:ext cx="822960" cy="1327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A020FE4-335F-17CA-67FD-13B8831FE3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32626" y="1375754"/>
            <a:ext cx="822960" cy="241641"/>
          </a:xfrm>
          <a:prstGeom prst="rect">
            <a:avLst/>
          </a:prstGeom>
        </p:spPr>
      </p:pic>
      <p:pic>
        <p:nvPicPr>
          <p:cNvPr id="18" name="Picture 17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FC9C24FD-522F-5C1E-FA07-6AC4CF94EE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4058" y="914354"/>
            <a:ext cx="640080" cy="6400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7C1916B-C6FE-251E-127E-8B8758BB7A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5219" y="914354"/>
            <a:ext cx="640080" cy="640080"/>
          </a:xfrm>
          <a:prstGeom prst="rect">
            <a:avLst/>
          </a:prstGeom>
        </p:spPr>
      </p:pic>
      <p:pic>
        <p:nvPicPr>
          <p:cNvPr id="22" name="Picture 21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F64BF446-06B7-2693-92C2-D96C13B60F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6380" y="914354"/>
            <a:ext cx="640080" cy="64008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9FF557F-1383-B5AA-2EA8-796F9959077A}"/>
              </a:ext>
            </a:extLst>
          </p:cNvPr>
          <p:cNvSpPr txBox="1"/>
          <p:nvPr/>
        </p:nvSpPr>
        <p:spPr>
          <a:xfrm>
            <a:off x="8588082" y="667676"/>
            <a:ext cx="8644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b="1" dirty="0">
                <a:latin typeface="Cambria" panose="02040503050406030204" pitchFamily="18" charset="0"/>
              </a:rPr>
              <a:t>Homepage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9B7293-28BB-BED7-0EC7-9F686D53120A}"/>
              </a:ext>
            </a:extLst>
          </p:cNvPr>
          <p:cNvSpPr txBox="1"/>
          <p:nvPr/>
        </p:nvSpPr>
        <p:spPr>
          <a:xfrm>
            <a:off x="9671221" y="673063"/>
            <a:ext cx="5559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b="1" dirty="0">
                <a:latin typeface="Cambria" panose="02040503050406030204" pitchFamily="18" charset="0"/>
              </a:rPr>
              <a:t>Paper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5C5629-184D-1744-7050-FF9183511CD5}"/>
              </a:ext>
            </a:extLst>
          </p:cNvPr>
          <p:cNvSpPr txBox="1"/>
          <p:nvPr/>
        </p:nvSpPr>
        <p:spPr>
          <a:xfrm>
            <a:off x="10623767" y="680413"/>
            <a:ext cx="5559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b="1" dirty="0">
                <a:latin typeface="Cambria" panose="02040503050406030204" pitchFamily="18" charset="0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239972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Adler</dc:creator>
  <cp:lastModifiedBy>Thomas Adler</cp:lastModifiedBy>
  <cp:revision>2</cp:revision>
  <dcterms:created xsi:type="dcterms:W3CDTF">2026-05-26T01:36:08Z</dcterms:created>
  <dcterms:modified xsi:type="dcterms:W3CDTF">2026-05-26T05:24:17Z</dcterms:modified>
</cp:coreProperties>
</file>